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08102" y="5943600"/>
            <a:ext cx="6239309" cy="365125"/>
          </a:xfrm>
        </p:spPr>
        <p:txBody>
          <a:bodyPr/>
          <a:lstStyle/>
          <a:p>
            <a:r>
              <a:rPr lang="en-US" dirty="0"/>
              <a:t>Luke </a:t>
            </a:r>
            <a:r>
              <a:rPr lang="en-US" dirty="0" err="1"/>
              <a:t>sprecher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0AFD-61CF-4FB7-AEC3-0F38C99D2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4B943-4306-41B6-89B8-8CDE393AB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Luke </a:t>
            </a:r>
            <a:r>
              <a:rPr lang="en-US" dirty="0" err="1"/>
              <a:t>sprecher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B3D1B-FE36-40D9-B0A2-184DA0EA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511" y="2157412"/>
            <a:ext cx="18002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1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35A4-8D9F-4C27-BAFC-602CEC75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HTml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EED2-711E-4514-AB79-A029781D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(Hypertext Markup Language) is a coding language that gives a website its basic structure.</a:t>
            </a:r>
          </a:p>
          <a:p>
            <a:r>
              <a:rPr lang="en-US" dirty="0"/>
              <a:t>It uses tags to define content such as headings, paragraphs, and images.</a:t>
            </a:r>
          </a:p>
          <a:p>
            <a:r>
              <a:rPr lang="en-US" dirty="0"/>
              <a:t>HTML was invented by Tim Berners-Lee in 1989 and is a fundamental part of the World Wide Web.</a:t>
            </a:r>
          </a:p>
        </p:txBody>
      </p:sp>
    </p:spTree>
    <p:extLst>
      <p:ext uri="{BB962C8B-B14F-4D97-AF65-F5344CB8AC3E}">
        <p14:creationId xmlns:p14="http://schemas.microsoft.com/office/powerpoint/2010/main" val="273600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280F-1096-49E1-8769-63430C20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HTML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1DC0-3E19-4B31-A83F-936203BF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Tags:</a:t>
            </a:r>
            <a:r>
              <a:rPr lang="en-US" dirty="0"/>
              <a:t> HTML uses “markup” to annotate text, images and other content for display in a web browser. They are enclosed in tags, which is the element name surrounded in angle brackets (ex. &lt;p&gt; for a paragraph).</a:t>
            </a:r>
          </a:p>
          <a:p>
            <a:r>
              <a:rPr lang="en-US" b="1" dirty="0"/>
              <a:t>Structure: </a:t>
            </a:r>
            <a:r>
              <a:rPr lang="en-US" dirty="0"/>
              <a:t>The tags tell the browser how to interpret and present the content. For example, the &lt;h1&gt; tag means a main heading, while &lt;</a:t>
            </a:r>
            <a:r>
              <a:rPr lang="en-US" dirty="0" err="1"/>
              <a:t>img</a:t>
            </a:r>
            <a:r>
              <a:rPr lang="en-US" dirty="0"/>
              <a:t>&gt; embeds an image.</a:t>
            </a:r>
          </a:p>
          <a:p>
            <a:r>
              <a:rPr lang="en-US" b="1" dirty="0"/>
              <a:t>Elements:</a:t>
            </a:r>
            <a:r>
              <a:rPr lang="en-US" dirty="0"/>
              <a:t> HTML elements are the building blocks of a web page and are often nested within each other to create structured order.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96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{81B9E448-FA75-4583-AD6A-B3FFFF33D2FB}TF6d5feb1e-e145-43f1-b745-cb4b54c5ee975d365c52-ce22229b0e48</Template>
  <TotalTime>16</TotalTime>
  <Words>171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Circuit</vt:lpstr>
      <vt:lpstr>Intro to html</vt:lpstr>
      <vt:lpstr>What is HTml?</vt:lpstr>
      <vt:lpstr>How HTML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html</dc:title>
  <dc:creator>Sprecher, Luke</dc:creator>
  <cp:lastModifiedBy>Sprecher, Luke</cp:lastModifiedBy>
  <cp:revision>2</cp:revision>
  <dcterms:created xsi:type="dcterms:W3CDTF">2025-11-06T13:06:05Z</dcterms:created>
  <dcterms:modified xsi:type="dcterms:W3CDTF">2025-11-06T13:22:37Z</dcterms:modified>
</cp:coreProperties>
</file>